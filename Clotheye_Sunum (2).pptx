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3D1A3E"/>
          </a:solidFill>
          <a:ln w="12700">
            <a:solidFill>
              <a:srgbClr val="3D1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097280"/>
            <a:ext cx="109728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clotheye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Destekli Kumaş Hata Tespiti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Mobil Gardırop Sistemi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4206240"/>
            <a:ext cx="22860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Uygulama Geliştirme Projesi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Nedir?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3931920" cy="41148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Kumaş Hata Tespiti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kumaş fotoğrafı çeker veya yükler.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modeli anlık olarak: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Hata olup olmadığını tespit eder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Hatanın türünü belirler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Kullanıcıya açıklama sunar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98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👗  Mobil Gardırop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kıyafetlerini fotoğraflayarak dijital gardırobunu oluşturur.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Kategoriler: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Üst / Alt giyim, Ayakkabı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Ceket, Çanta, Aksesuar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Otomatik kombin önerisi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Kullanılan Teknolojiler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51760" cy="1463040"/>
          </a:xfrm>
          <a:prstGeom prst="rect">
            <a:avLst/>
          </a:prstGeom>
          <a:solidFill>
            <a:srgbClr val="FFF0F5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109728" cy="14630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481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" y="19933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backend dili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1463040"/>
          </a:xfrm>
          <a:prstGeom prst="rect">
            <a:avLst/>
          </a:prstGeom>
          <a:solidFill>
            <a:srgbClr val="FFF5F9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280160"/>
            <a:ext cx="109728" cy="14630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481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YOLOv8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47288" y="19933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 tespit modeli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51760" cy="1463040"/>
          </a:xfrm>
          <a:prstGeom prst="rect">
            <a:avLst/>
          </a:prstGeom>
          <a:solidFill>
            <a:srgbClr val="FFF0F5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280160"/>
            <a:ext cx="109728" cy="14630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481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FastAPI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3368" y="19933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sunucusu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51760" cy="1463040"/>
          </a:xfrm>
          <a:prstGeom prst="rect">
            <a:avLst/>
          </a:prstGeom>
          <a:solidFill>
            <a:srgbClr val="FFF5F9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109728" cy="14630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218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PyTorch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" y="37307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altyapısı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51760" cy="1463040"/>
          </a:xfrm>
          <a:prstGeom prst="rect">
            <a:avLst/>
          </a:prstGeom>
          <a:solidFill>
            <a:srgbClr val="FFF0F5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17520"/>
            <a:ext cx="109728" cy="14630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3218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Google Colab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47288" y="37307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destekli eğitim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017520"/>
            <a:ext cx="2651760" cy="1463040"/>
          </a:xfrm>
          <a:prstGeom prst="rect">
            <a:avLst/>
          </a:prstGeom>
          <a:solidFill>
            <a:srgbClr val="FFF5F9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17520"/>
            <a:ext cx="109728" cy="14630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3218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Android / Kotlin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73368" y="37307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uygulama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Model Eğitimi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Broken Stitch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Horizontal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Needle Mark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Pinched Fabric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Vertical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3749040" cy="502920"/>
          </a:xfrm>
          <a:prstGeom prst="rect">
            <a:avLst/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~1.400 görsel  |  Train / Val / 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F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Model Eğitimi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3749040" cy="420624"/>
          </a:xfrm>
          <a:prstGeom prst="rect">
            <a:avLst/>
          </a:prstGeom>
          <a:solidFill>
            <a:srgbClr val="FFF0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450592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523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980944"/>
            <a:ext cx="3749040" cy="420624"/>
          </a:xfrm>
          <a:prstGeom prst="rect">
            <a:avLst/>
          </a:prstGeom>
          <a:solidFill>
            <a:srgbClr val="FFF0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054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511296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dakika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4041648"/>
            <a:ext cx="3749040" cy="420624"/>
          </a:xfrm>
          <a:prstGeom prst="rect">
            <a:avLst/>
          </a:prstGeom>
          <a:solidFill>
            <a:srgbClr val="FFF0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%96.1 mAP50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Sonuçları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560320" cy="22860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544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96.1%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Doğruluk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12435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Stitch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2435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%99.5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0128" y="168249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682496"/>
            <a:ext cx="2411044" cy="12801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14884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Mark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2037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%99.5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10128" y="264261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642616"/>
            <a:ext cx="2411044" cy="12801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10896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31638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Pinched Fabric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1638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%99.5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10128" y="360273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0128" y="3602736"/>
            <a:ext cx="2411044" cy="12801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406908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4123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1239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%99.5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10128" y="456285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4562856"/>
            <a:ext cx="2411044" cy="128016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18872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2435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12435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36208" y="168249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1682496"/>
            <a:ext cx="2277770" cy="12801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14884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203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09560" y="22037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%93.5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36208" y="264261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6208" y="2642616"/>
            <a:ext cx="2265655" cy="12801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310896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1638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09560" y="31638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%92.3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6208" y="360273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3602736"/>
            <a:ext cx="2236577" cy="12801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069080"/>
            <a:ext cx="2651760" cy="749808"/>
          </a:xfrm>
          <a:prstGeom prst="rect">
            <a:avLst/>
          </a:prstGeom>
          <a:solidFill>
            <a:srgbClr val="FFF0F5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4123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9560" y="41239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%91.1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36208" y="4562856"/>
            <a:ext cx="2423160" cy="12801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4562856"/>
            <a:ext cx="2207499" cy="12801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 Mimarisi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 Uygulama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fotoğraf çeker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0280" y="2514600"/>
            <a:ext cx="22860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3774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1E8C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828800" cy="2377440"/>
          </a:xfrm>
          <a:prstGeom prst="rect">
            <a:avLst/>
          </a:prstGeom>
          <a:solidFill>
            <a:srgbClr val="FCE4EC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sunucusu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2514600"/>
            <a:ext cx="22860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774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1E8C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916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YOLOv8 Modeli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analizi yapar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2514600"/>
            <a:ext cx="228600" cy="7315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37744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1E8C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371600"/>
            <a:ext cx="1828800" cy="2377440"/>
          </a:xfrm>
          <a:prstGeom prst="rect">
            <a:avLst/>
          </a:prstGeom>
          <a:solidFill>
            <a:srgbClr val="FCE4EC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580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 + Koordinat + Açıklama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879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Telefon → FastAPI → YOLOv8 → JSON Sonuç → Kullanıcı Ekranı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Karşılaşılan Zorluklar &amp; Çözümler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841248"/>
          </a:xfrm>
          <a:prstGeom prst="rect">
            <a:avLst/>
          </a:prstGeom>
          <a:solidFill>
            <a:srgbClr val="FFF0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09728" cy="8412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Dataset YOLO formatında değildi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Otomatik etiketleme scripti yazıldı, bounding box'lar oluşturuldu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48840"/>
            <a:ext cx="109728" cy="8412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Colab oturumu kapanınca veriler siliniyor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877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Google Drive'a kaydedilerek kalıcı hale getirildi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841248"/>
          </a:xfrm>
          <a:prstGeom prst="rect">
            <a:avLst/>
          </a:prstGeom>
          <a:solidFill>
            <a:srgbClr val="FFF0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109728" cy="8412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54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Windows/Linux path uyumsuzluğu (ZIP açılımı)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478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 ile path dönüştürme scripti yazıldı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6908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069080"/>
            <a:ext cx="109728" cy="841248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14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Modelin bazı durumlarda yanlış tespit yapması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50799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Confidence threshold optimize edildi, kullanıcı dostu açıklamalar eklendi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 Şu An Neler Yapabiliyor?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Tamamlananlar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55064"/>
            <a:ext cx="228600" cy="2286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yükleme ve kamera ile çekim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30552"/>
            <a:ext cx="228600" cy="2286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Kumaş hata analizi (8 farklı hata tipi)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28600" cy="2286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511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türünü ve konumunu belirleme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81528"/>
            <a:ext cx="228600" cy="2286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266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dostu Türkçe açıklama üretme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228600" cy="2286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021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uygulamasıyla canlı haberleşme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032504"/>
            <a:ext cx="228600" cy="2286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77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 ekranı tasarımı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507992"/>
            <a:ext cx="228600" cy="2286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53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gardırop altyapısı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109728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🔜  Gelecek Adımlar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40680" y="1737360"/>
            <a:ext cx="3246120" cy="548640"/>
          </a:xfrm>
          <a:prstGeom prst="rect">
            <a:avLst/>
          </a:prstGeom>
          <a:solidFill>
            <a:srgbClr val="FFF0F5"/>
          </a:solidFill>
          <a:ln w="12700">
            <a:solidFill>
              <a:srgbClr val="FC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8105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Dataset'i büyütmek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0680" y="2450592"/>
            <a:ext cx="3246120" cy="548640"/>
          </a:xfrm>
          <a:prstGeom prst="rect">
            <a:avLst/>
          </a:prstGeom>
          <a:solidFill>
            <a:srgbClr val="FFF0F5"/>
          </a:solidFill>
          <a:ln w="12700">
            <a:solidFill>
              <a:srgbClr val="FC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523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box'ları ekranda göstermek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3163824"/>
            <a:ext cx="3246120" cy="548640"/>
          </a:xfrm>
          <a:prstGeom prst="rect">
            <a:avLst/>
          </a:prstGeom>
          <a:solidFill>
            <a:srgbClr val="FFF0F5"/>
          </a:solidFill>
          <a:ln w="12700">
            <a:solidFill>
              <a:srgbClr val="FC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2369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buluta deploy etmek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3877056"/>
            <a:ext cx="3246120" cy="548640"/>
          </a:xfrm>
          <a:prstGeom prst="rect">
            <a:avLst/>
          </a:prstGeom>
          <a:solidFill>
            <a:srgbClr val="FFF0F5"/>
          </a:solidFill>
          <a:ln w="12700">
            <a:solidFill>
              <a:srgbClr val="FC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950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Gardırobu veritabanıyla tam entegre etmek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D1A3E"/>
          </a:solidFill>
          <a:ln w="12700">
            <a:solidFill>
              <a:srgbClr val="3D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clotheye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ile Kumaşı Anlayan Uygulama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5486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8F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 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 için hazırım.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Clotheye — AI Destekli Mobil Uygulama</dc:title>
  <dc:subject>PptxGenJS Presentation</dc:subject>
  <dc:creator>PptxGenJS</dc:creator>
  <cp:lastModifiedBy>PptxGenJS</cp:lastModifiedBy>
  <cp:revision>1</cp:revision>
  <dcterms:created xsi:type="dcterms:W3CDTF">2026-05-11T22:14:49Z</dcterms:created>
  <dcterms:modified xsi:type="dcterms:W3CDTF">2026-05-11T22:14:49Z</dcterms:modified>
</cp:coreProperties>
</file>